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82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8" name="Rectangle 7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5400000">
            <a:off x="10089390" y="1792223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/>
                </a:solidFill>
              </a:defRPr>
            </a:lvl1pPr>
          </a:lstStyle>
          <a:p>
            <a:fld id="{5F8D2E79-E923-418A-B7EB-D0A1311AC0E9}" type="datetimeFigureOut">
              <a:rPr lang="en-IN" smtClean="0"/>
              <a:t>03-02-2025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5400000">
            <a:off x="8959592" y="3226820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10" name="Rectangle 9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1008" y="292608"/>
            <a:ext cx="838199" cy="767687"/>
          </a:xfrm>
        </p:spPr>
        <p:txBody>
          <a:bodyPr/>
          <a:lstStyle>
            <a:lvl1pPr>
              <a:defRPr sz="2800" b="0" i="0">
                <a:latin typeface="+mj-lt"/>
              </a:defRPr>
            </a:lvl1pPr>
          </a:lstStyle>
          <a:p>
            <a:fld id="{98FCF2B3-2907-4BD0-BA6C-4BC38B2A8D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06998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D2E79-E923-418A-B7EB-D0A1311AC0E9}" type="datetimeFigureOut">
              <a:rPr lang="en-IN" smtClean="0"/>
              <a:t>03-02-2025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CF2B3-2907-4BD0-BA6C-4BC38B2A8D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38826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677645"/>
            <a:ext cx="4351023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8" y="2677644"/>
            <a:ext cx="3755379" cy="2283823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D2E79-E923-418A-B7EB-D0A1311AC0E9}" type="datetimeFigureOut">
              <a:rPr lang="en-IN" smtClean="0"/>
              <a:t>03-02-2025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5" name="Rectangle 14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CF2B3-2907-4BD0-BA6C-4BC38B2A8D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46303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D2E79-E923-418A-B7EB-D0A1311AC0E9}" type="datetimeFigureOut">
              <a:rPr lang="en-IN" smtClean="0"/>
              <a:t>03-02-2025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CF2B3-2907-4BD0-BA6C-4BC38B2A8D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3383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0" y="3179762"/>
            <a:ext cx="4825159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D2E79-E923-418A-B7EB-D0A1311AC0E9}" type="datetimeFigureOut">
              <a:rPr lang="en-IN" smtClean="0"/>
              <a:t>03-02-2025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CF2B3-2907-4BD0-BA6C-4BC38B2A8D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47749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D2E79-E923-418A-B7EB-D0A1311AC0E9}" type="datetimeFigureOut">
              <a:rPr lang="en-IN" smtClean="0"/>
              <a:t>03-02-2025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CF2B3-2907-4BD0-BA6C-4BC38B2A8D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32770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D2E79-E923-418A-B7EB-D0A1311AC0E9}" type="datetimeFigureOut">
              <a:rPr lang="en-IN" smtClean="0"/>
              <a:t>03-02-2025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CF2B3-2907-4BD0-BA6C-4BC38B2A8D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73790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Rectangle 7"/>
            <p:cNvSpPr/>
            <p:nvPr/>
          </p:nvSpPr>
          <p:spPr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295400"/>
            <a:ext cx="2793159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5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5" y="2895600"/>
            <a:ext cx="2793158" cy="312927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D2E79-E923-418A-B7EB-D0A1311AC0E9}" type="datetimeFigureOut">
              <a:rPr lang="en-IN" smtClean="0"/>
              <a:t>03-02-2025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5" name="Rectangle 14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CF2B3-2907-4BD0-BA6C-4BC38B2A8D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40586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Rectangle 7"/>
            <p:cNvSpPr/>
            <p:nvPr/>
          </p:nvSpPr>
          <p:spPr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693332"/>
            <a:ext cx="3860260" cy="173566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5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D2E79-E923-418A-B7EB-D0A1311AC0E9}" type="datetimeFigureOut">
              <a:rPr lang="en-IN" smtClean="0"/>
              <a:t>03-02-2025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CF2B3-2907-4BD0-BA6C-4BC38B2A8D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18317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966674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6" y="553666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D2E79-E923-418A-B7EB-D0A1311AC0E9}" type="datetimeFigureOut">
              <a:rPr lang="en-IN" smtClean="0"/>
              <a:t>03-02-2025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CF2B3-2907-4BD0-BA6C-4BC38B2A8D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86345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1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063416"/>
            <a:ext cx="8825659" cy="1379755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D2E79-E923-418A-B7EB-D0A1311AC0E9}" type="datetimeFigureOut">
              <a:rPr lang="en-IN" smtClean="0"/>
              <a:t>03-02-2025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CF2B3-2907-4BD0-BA6C-4BC38B2A8D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32057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5" name="Rectangle 1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4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3" name="TextBox 12"/>
          <p:cNvSpPr txBox="1"/>
          <p:nvPr/>
        </p:nvSpPr>
        <p:spPr>
          <a:xfrm>
            <a:off x="9719438" y="2631815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9600" dirty="0"/>
              <a:t>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8295" y="591093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9600" dirty="0"/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0517"/>
            <a:ext cx="8453906" cy="2698249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25772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D2E79-E923-418A-B7EB-D0A1311AC0E9}" type="datetimeFigureOut">
              <a:rPr lang="en-IN" smtClean="0"/>
              <a:t>03-02-2025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2" name="Rectangle 31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CF2B3-2907-4BD0-BA6C-4BC38B2A8D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150275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1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33068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D2E79-E923-418A-B7EB-D0A1311AC0E9}" type="datetimeFigureOut">
              <a:rPr lang="en-IN" smtClean="0"/>
              <a:t>03-02-2025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2" name="Rectangle 11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CF2B3-2907-4BD0-BA6C-4BC38B2A8D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115788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17299"/>
            <a:ext cx="312916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4" y="3193561"/>
            <a:ext cx="3129168" cy="283349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2"/>
            <a:ext cx="314538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93561"/>
            <a:ext cx="3145380" cy="283349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6700" y="2617299"/>
            <a:ext cx="3161029" cy="576261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6700" y="3193561"/>
            <a:ext cx="3164719" cy="28334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22" name="Straight Connector 21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1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1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D2E79-E923-418A-B7EB-D0A1311AC0E9}" type="datetimeFigureOut">
              <a:rPr lang="en-IN" smtClean="0"/>
              <a:t>03-02-2025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CF2B3-2907-4BD0-BA6C-4BC38B2A8D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641404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2" y="4532845"/>
            <a:ext cx="30504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2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3" y="5109107"/>
            <a:ext cx="3050437" cy="91794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72537" y="4532846"/>
            <a:ext cx="3046766" cy="651156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3" y="2603500"/>
            <a:ext cx="2691241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8865" y="5184002"/>
            <a:ext cx="3050438" cy="84305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3434" y="4532847"/>
            <a:ext cx="3050438" cy="65115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3434" y="5184001"/>
            <a:ext cx="3050437" cy="843054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388153" y="2603500"/>
            <a:ext cx="0" cy="3517594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801905" y="2603500"/>
            <a:ext cx="0" cy="34925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D2E79-E923-418A-B7EB-D0A1311AC0E9}" type="datetimeFigureOut">
              <a:rPr lang="en-IN" smtClean="0"/>
              <a:t>03-02-2025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CF2B3-2907-4BD0-BA6C-4BC38B2A8D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19514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973668"/>
            <a:ext cx="8825660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D2E79-E923-418A-B7EB-D0A1311AC0E9}" type="datetimeFigureOut">
              <a:rPr lang="en-IN" smtClean="0"/>
              <a:t>03-02-2025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CF2B3-2907-4BD0-BA6C-4BC38B2A8D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726888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Rectangle 7"/>
            <p:cNvSpPr/>
            <p:nvPr/>
          </p:nvSpPr>
          <p:spPr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76756" y="1278468"/>
            <a:ext cx="1413933" cy="4748589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8"/>
            <a:ext cx="6247546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D2E79-E923-418A-B7EB-D0A1311AC0E9}" type="datetimeFigureOut">
              <a:rPr lang="en-IN" smtClean="0"/>
              <a:t>03-02-2025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CF2B3-2907-4BD0-BA6C-4BC38B2A8D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90268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26" name="Rectangle 25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0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1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3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2603500"/>
            <a:ext cx="8761412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0938" y="639406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5F8D2E79-E923-418A-B7EB-D0A1311AC0E9}" type="datetimeFigureOut">
              <a:rPr lang="en-IN" smtClean="0"/>
              <a:t>03-02-2025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28358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 b="1" i="0">
                <a:solidFill>
                  <a:schemeClr val="accent1"/>
                </a:solidFill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22" name="Rectangle 21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98FCF2B3-2907-4BD0-BA6C-4BC38B2A8D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50622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DDD070-699E-5FAD-A402-AA37F509CB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4530" y="-1"/>
            <a:ext cx="11126913" cy="6858001"/>
          </a:xfrm>
        </p:spPr>
        <p:txBody>
          <a:bodyPr/>
          <a:lstStyle/>
          <a:p>
            <a:r>
              <a:rPr lang="en-US" sz="3600" dirty="0"/>
              <a:t>       Andhra Engineering College, Atmakur</a:t>
            </a:r>
            <a:br>
              <a:rPr lang="en-US" sz="3600" dirty="0"/>
            </a:br>
            <a:br>
              <a:rPr lang="en-US" sz="3600" dirty="0"/>
            </a:br>
            <a:r>
              <a:rPr lang="en-US" sz="3600" dirty="0"/>
              <a:t>Department of Computer Science &amp; Engineering</a:t>
            </a:r>
            <a:br>
              <a:rPr lang="en-US" sz="3600" dirty="0"/>
            </a:br>
            <a:r>
              <a:rPr lang="en-US" sz="3600" dirty="0"/>
              <a:t>                                 2021-25</a:t>
            </a:r>
            <a:br>
              <a:rPr lang="en-US" sz="3600" dirty="0"/>
            </a:br>
            <a:br>
              <a:rPr lang="en-US" sz="3600" dirty="0"/>
            </a:br>
            <a:r>
              <a:rPr lang="en-US" sz="3600" dirty="0"/>
              <a:t>                             </a:t>
            </a:r>
            <a:r>
              <a:rPr lang="en-US" sz="3600" u="sng" dirty="0"/>
              <a:t>Seminar on   </a:t>
            </a:r>
            <a:br>
              <a:rPr lang="en-US" sz="3600" dirty="0"/>
            </a:br>
            <a:r>
              <a:rPr lang="en-US" sz="3600" dirty="0"/>
              <a:t>   </a:t>
            </a:r>
            <a:r>
              <a:rPr lang="en-US" sz="3600" dirty="0">
                <a:solidFill>
                  <a:schemeClr val="accent1">
                    <a:lumMod val="75000"/>
                  </a:schemeClr>
                </a:solidFill>
              </a:rPr>
              <a:t>E-mail Spam Detection using ML Alogrithms</a:t>
            </a:r>
            <a:br>
              <a:rPr lang="en-US" sz="3600" dirty="0"/>
            </a:br>
            <a:br>
              <a:rPr lang="en-US" sz="3600" dirty="0"/>
            </a:br>
            <a:br>
              <a:rPr lang="en-US" sz="3600" dirty="0"/>
            </a:br>
            <a:br>
              <a:rPr lang="en-US" sz="3600" dirty="0"/>
            </a:br>
            <a:r>
              <a:rPr lang="en-US" sz="3600" dirty="0"/>
              <a:t>                                  </a:t>
            </a:r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4835521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270D20-1A76-A3AA-D6A3-FC7981BC7F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Contents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94C20E-22A2-9045-8A89-98B7651A8B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300" dirty="0"/>
              <a:t>Introduction</a:t>
            </a:r>
          </a:p>
          <a:p>
            <a:r>
              <a:rPr lang="en-US" sz="2300" dirty="0"/>
              <a:t>Description of Dataset</a:t>
            </a:r>
          </a:p>
          <a:p>
            <a:r>
              <a:rPr lang="en-US" sz="2300" dirty="0"/>
              <a:t>Technologies</a:t>
            </a:r>
          </a:p>
          <a:p>
            <a:r>
              <a:rPr lang="en-US" sz="2300" dirty="0"/>
              <a:t>Libraries</a:t>
            </a:r>
          </a:p>
          <a:p>
            <a:r>
              <a:rPr lang="en-US" sz="2300" dirty="0"/>
              <a:t>Algorithms</a:t>
            </a:r>
          </a:p>
          <a:p>
            <a:r>
              <a:rPr lang="en-US" sz="2300" dirty="0"/>
              <a:t>conclusion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613018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B8BA21-341F-BD6E-74F7-F8A4801180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88B1F9-83AD-1296-FFD1-3658544C29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372649" cy="3416300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tx1"/>
                </a:solidFill>
              </a:rPr>
              <a:t>Email spam is also preferred to as Junk Emails, Unwanted Emails, is unsolicited messages sent in bulk by email(spamming).</a:t>
            </a:r>
          </a:p>
          <a:p>
            <a:r>
              <a:rPr lang="en-US" sz="2000" dirty="0">
                <a:solidFill>
                  <a:schemeClr val="tx1"/>
                </a:solidFill>
              </a:rPr>
              <a:t>Email spam is a significant problem, with billions of spam emails sent daily. Machine learning algorithms can help detect and filter out spam emails</a:t>
            </a:r>
          </a:p>
          <a:p>
            <a:r>
              <a:rPr lang="en-US" sz="2000" dirty="0">
                <a:solidFill>
                  <a:schemeClr val="tx1"/>
                </a:solidFill>
              </a:rPr>
              <a:t>We try to identify patterns using Data-mining classification algorithms to enable us classify the emails as Spam or Ham.</a:t>
            </a:r>
          </a:p>
          <a:p>
            <a:r>
              <a:rPr lang="en-US" sz="2000" dirty="0">
                <a:solidFill>
                  <a:schemeClr val="tx1"/>
                </a:solidFill>
              </a:rPr>
              <a:t>Detection of spam Email’s Improves productivity, security and system efficiency.</a:t>
            </a:r>
          </a:p>
          <a:p>
            <a:r>
              <a:rPr lang="en-US" sz="2000" dirty="0">
                <a:solidFill>
                  <a:schemeClr val="tx1"/>
                </a:solidFill>
              </a:rPr>
              <a:t>This Algorithm is designed to identify spam.</a:t>
            </a:r>
          </a:p>
          <a:p>
            <a:endParaRPr lang="en-US" dirty="0">
              <a:solidFill>
                <a:srgbClr val="202122"/>
              </a:solidFill>
              <a:latin typeface="Arial" panose="020B0604020202020204" pitchFamily="34" charset="0"/>
            </a:endParaRPr>
          </a:p>
          <a:p>
            <a:endParaRPr lang="en-US" dirty="0">
              <a:solidFill>
                <a:srgbClr val="202122"/>
              </a:solidFill>
              <a:latin typeface="Arial" panose="020B0604020202020204" pitchFamily="34" charset="0"/>
            </a:endParaRPr>
          </a:p>
          <a:p>
            <a:endParaRPr lang="en-I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463551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A3AB87EF-B655-4FFF-8D05-F333AD7F278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54</TotalTime>
  <Words>135</Words>
  <Application>Microsoft Office PowerPoint</Application>
  <PresentationFormat>Widescreen</PresentationFormat>
  <Paragraphs>15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Century Gothic</vt:lpstr>
      <vt:lpstr>Wingdings 3</vt:lpstr>
      <vt:lpstr>Ion Boardroom</vt:lpstr>
      <vt:lpstr>       Andhra Engineering College, Atmakur  Department of Computer Science &amp; Engineering                                  2021-25                               Seminar on       E-mail Spam Detection using ML Alogrithms                                      </vt:lpstr>
      <vt:lpstr>Contents</vt:lpstr>
      <vt:lpstr>INTRODUCTION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Syed Faruk</dc:creator>
  <cp:lastModifiedBy>Syed Faruk</cp:lastModifiedBy>
  <cp:revision>1</cp:revision>
  <dcterms:created xsi:type="dcterms:W3CDTF">2025-02-03T16:05:27Z</dcterms:created>
  <dcterms:modified xsi:type="dcterms:W3CDTF">2025-02-03T17:00:27Z</dcterms:modified>
</cp:coreProperties>
</file>